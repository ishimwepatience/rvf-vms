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522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Rift Valley Fever Vaccine Management System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Rift Valley Fever Vaccine Management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0E0E0"/>
                </a:solidFill>
              </a:rPr>
              <a:t>Comprehensive Inventory &amp; Distribution Management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Core System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End-to-end tracking from supplier to final distribution.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Multi-tier stock hierarchy (Central Stock -&gt; Hubs -&gt; Local Stocks).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Secure, transparent, and auditable operations.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System Data Flow &amp; Distribution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</a:rPr>
              <a:t>Physical Vaccine Distribution Flow: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1828800" cy="914400"/>
          </a:xfrm>
          <a:prstGeom prst="rect">
            <a:avLst/>
          </a:prstGeom>
          <a:solidFill>
            <a:srgbClr val="4472C4"/>
          </a:solidFill>
          <a:ln w="12700">
            <a:solidFill>
              <a:srgbClr val="2F528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468880" y="2468880"/>
            <a:ext cx="731520" cy="365760"/>
          </a:xfrm>
          <a:prstGeom prst="rightArrow">
            <a:avLst/>
          </a:prstGeom>
          <a:solidFill>
            <a:srgbClr val="A5A5A5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2194560"/>
            <a:ext cx="1828800" cy="914400"/>
          </a:xfrm>
          <a:prstGeom prst="rect">
            <a:avLst/>
          </a:prstGeom>
          <a:solidFill>
            <a:srgbClr val="ED7D31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2468880"/>
            <a:ext cx="731520" cy="365760"/>
          </a:xfrm>
          <a:prstGeom prst="rightArrow">
            <a:avLst/>
          </a:prstGeom>
          <a:solidFill>
            <a:srgbClr val="A5A5A5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2194560"/>
            <a:ext cx="1828800" cy="914400"/>
          </a:xfrm>
          <a:prstGeom prst="rect">
            <a:avLst/>
          </a:prstGeom>
          <a:solidFill>
            <a:srgbClr val="70AD47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2468880"/>
            <a:ext cx="731520" cy="365760"/>
          </a:xfrm>
          <a:prstGeom prst="rightArrow">
            <a:avLst/>
          </a:prstGeom>
          <a:solidFill>
            <a:srgbClr val="A5A5A5"/>
          </a:solidFill>
          <a:ln/>
        </p:spPr>
      </p:sp>
      <p:sp>
        <p:nvSpPr>
          <p:cNvPr id="10" name="Shape 8"/>
          <p:cNvSpPr/>
          <p:nvPr/>
        </p:nvSpPr>
        <p:spPr>
          <a:xfrm>
            <a:off x="9235440" y="2194560"/>
            <a:ext cx="1828800" cy="914400"/>
          </a:xfrm>
          <a:prstGeom prst="rect">
            <a:avLst/>
          </a:prstGeom>
          <a:solidFill>
            <a:srgbClr val="FFC000"/>
          </a:solidFill>
          <a:ln w="12700">
            <a:solidFill>
              <a:srgbClr val="C09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</a:rPr>
              <a:t>Request &amp; Approval Workflow: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1828800" cy="7315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4206240"/>
            <a:ext cx="731520" cy="365760"/>
          </a:xfrm>
          <a:prstGeom prst="rightArrow">
            <a:avLst/>
          </a:prstGeom>
          <a:solidFill>
            <a:srgbClr val="A5A5A5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4023360"/>
            <a:ext cx="1828800" cy="7315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5" name="Shape 13"/>
          <p:cNvSpPr/>
          <p:nvPr/>
        </p:nvSpPr>
        <p:spPr>
          <a:xfrm>
            <a:off x="5394960" y="4206240"/>
            <a:ext cx="731520" cy="365760"/>
          </a:xfrm>
          <a:prstGeom prst="rightArrow">
            <a:avLst/>
          </a:prstGeom>
          <a:solidFill>
            <a:srgbClr val="A5A5A5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4023360"/>
            <a:ext cx="1828800" cy="7315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0" y="4206240"/>
            <a:ext cx="731520" cy="365760"/>
          </a:xfrm>
          <a:prstGeom prst="rightArrow">
            <a:avLst/>
          </a:prstGeom>
          <a:solidFill>
            <a:srgbClr val="A5A5A5"/>
          </a:solidFill>
          <a:ln/>
        </p:spPr>
      </p:sp>
      <p:sp>
        <p:nvSpPr>
          <p:cNvPr id="18" name="Shape 16"/>
          <p:cNvSpPr/>
          <p:nvPr/>
        </p:nvSpPr>
        <p:spPr>
          <a:xfrm>
            <a:off x="9235440" y="4023360"/>
            <a:ext cx="1828800" cy="731520"/>
          </a:xfrm>
          <a:prstGeom prst="rect">
            <a:avLst/>
          </a:prstGeom>
          <a:solidFill>
            <a:srgbClr val="5B9BD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Robust Security &amp; Access Control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Admin-Controlled Access: Centralized login with zero self-registration to ensure network security.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Role-Based Permissions: Tailored access for Stock Receivers, Distributors, Viewers, and Admins.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Secure Recovery: Password resets strictly require Admin review and approval.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Detailed Batch &amp; Inventory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Comprehensive Tracking: Logs batch numbers, expiry dates, carton structures, and exact doses.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Supplier Records: Maintains a secure database of supplier information (visible only to Central Stock).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Multi-Currency Support: Automatically converts supplier prices from USD/EUR to RWF using dynamically managed exchange rates.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Customizable Distribution Hierarchy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Dynamic Routing: Admin defines parent-child relationships (who requests from whom).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Multi-Role Stocks: A stock point can act as an intermediate hub (receiving and distributing) or an end-user stock.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Restricted Visibility: Subordinate stocks only see their designated parent's inventory.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Data Visibility &amp; Privacy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Central Hub Access: Full visibility into prices, total financial values, and supplier identities.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Subordinate Hub Access: Completely restricted from financial data and supplier names.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Inventory Access: Subordinate hubs only see Vaccine Name, Batch Number, and Available Quantity from their parent stock.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Secure Delivery Confirmation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Physical Verification: Receiving stock checks physical delivery against system records.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Approve or Reject: Receivers can approve the delivery (finalizing the transfer) or reject it with a recorded reason.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Automated Balancing: System automatically deducts from the parent and adds to the child inventory only upon final approval.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Comprehensive Financial Oversight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Money In &amp; Out: Tracks total investment in received stock and total value distributed.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Real-Time Valuation: Calculates the current total value of all remaining vaccines in RWF.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Audit Trails: Accurately monitors stock variance to ensure complete financial accountability across the network.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383</Words>
  <Application>Microsoft Office PowerPoint</Application>
  <PresentationFormat>On-screen Show (16:9)</PresentationFormat>
  <Paragraphs>42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ishimwe patience</cp:lastModifiedBy>
  <cp:revision>2</cp:revision>
  <dcterms:created xsi:type="dcterms:W3CDTF">2026-07-03T14:58:24Z</dcterms:created>
  <dcterms:modified xsi:type="dcterms:W3CDTF">2026-07-03T15:06:28Z</dcterms:modified>
</cp:coreProperties>
</file>