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98" d="100"/>
          <a:sy n="98" d="100"/>
        </p:scale>
        <p:origin x="101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82188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Rift Valley Fever Vaccine Management System</a:t>
            </a: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Rift Valley Fever Vaccine Management System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E0E0E0"/>
                </a:solidFill>
              </a:rPr>
              <a:t>Comprehensive Inventory &amp; Distribution Management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3366"/>
                </a:solidFill>
              </a:rPr>
              <a:t>Core System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End-to-end tracking from supplier to final distribution.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Multi-tier stock hierarchy (Central Stock -&gt; Hubs -&gt; Local Stocks).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Secure, transparent, and auditable operations.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3366"/>
                </a:solidFill>
              </a:rPr>
              <a:t>System Data Flow &amp; Distribution Workflow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216976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33333"/>
                </a:solidFill>
              </a:rPr>
              <a:t>Physical Vaccine Distribution Flow (Top-Down):s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43323" y="2194560"/>
            <a:ext cx="1255527" cy="914400"/>
          </a:xfrm>
          <a:prstGeom prst="rect">
            <a:avLst/>
          </a:prstGeom>
          <a:solidFill>
            <a:srgbClr val="4472C4"/>
          </a:solidFill>
          <a:ln>
            <a:solidFill>
              <a:srgbClr val="2F528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1. Central Stock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(Receives from Supplier)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820575" y="2468880"/>
            <a:ext cx="313877" cy="365760"/>
          </a:xfrm>
          <a:prstGeom prst="rightArrow">
            <a:avLst/>
          </a:prstGeom>
          <a:solidFill>
            <a:srgbClr val="A5A5A5"/>
          </a:solidFill>
          <a:ln/>
        </p:spPr>
      </p:sp>
      <p:sp>
        <p:nvSpPr>
          <p:cNvPr id="6" name="Text 4"/>
          <p:cNvSpPr/>
          <p:nvPr/>
        </p:nvSpPr>
        <p:spPr>
          <a:xfrm>
            <a:off x="2497402" y="2194560"/>
            <a:ext cx="1150883" cy="914400"/>
          </a:xfrm>
          <a:prstGeom prst="rect">
            <a:avLst/>
          </a:prstGeom>
          <a:solidFill>
            <a:srgbClr val="ED7D31"/>
          </a:solidFill>
          <a:ln>
            <a:solidFill>
              <a:srgbClr val="C0000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2. Zipline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(Main Hub)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43583" y="2468880"/>
            <a:ext cx="313877" cy="365760"/>
          </a:xfrm>
          <a:prstGeom prst="rightArrow">
            <a:avLst/>
          </a:prstGeom>
          <a:solidFill>
            <a:srgbClr val="A5A5A5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223545" y="2194560"/>
            <a:ext cx="1150883" cy="914400"/>
          </a:xfrm>
          <a:prstGeom prst="rect">
            <a:avLst/>
          </a:prstGeom>
          <a:solidFill>
            <a:srgbClr val="70AD47"/>
          </a:solidFill>
          <a:ln>
            <a:solidFill>
              <a:srgbClr val="548235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3. Sector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(Intermediate Hub)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908162" y="2468880"/>
            <a:ext cx="313877" cy="365760"/>
          </a:xfrm>
          <a:prstGeom prst="rightArrow">
            <a:avLst/>
          </a:prstGeom>
          <a:solidFill>
            <a:srgbClr val="A5A5A5"/>
          </a:solidFill>
          <a:ln/>
        </p:spPr>
      </p:sp>
      <p:sp>
        <p:nvSpPr>
          <p:cNvPr id="10" name="Text 8"/>
          <p:cNvSpPr/>
          <p:nvPr/>
        </p:nvSpPr>
        <p:spPr>
          <a:xfrm>
            <a:off x="7565010" y="2194560"/>
            <a:ext cx="1150883" cy="914400"/>
          </a:xfrm>
          <a:prstGeom prst="rect">
            <a:avLst/>
          </a:prstGeom>
          <a:solidFill>
            <a:srgbClr val="FFC000"/>
          </a:solidFill>
          <a:ln>
            <a:solidFill>
              <a:srgbClr val="C0900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4. Veterinary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(End User)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3322" y="3474720"/>
            <a:ext cx="502212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33333"/>
                </a:solidFill>
              </a:rPr>
              <a:t>Request &amp; Approval Workflow (Bottom-Up):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43323" y="4023360"/>
            <a:ext cx="1226126" cy="914400"/>
          </a:xfrm>
          <a:prstGeom prst="rect">
            <a:avLst/>
          </a:prstGeom>
          <a:solidFill>
            <a:srgbClr val="5B9BD5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4. Central Stock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(Approves &amp; Distributes)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776487" y="4297680"/>
            <a:ext cx="313877" cy="365760"/>
          </a:xfrm>
          <a:prstGeom prst="leftArrow">
            <a:avLst/>
          </a:prstGeom>
          <a:solidFill>
            <a:srgbClr val="A5A5A5"/>
          </a:solidFill>
          <a:ln/>
        </p:spPr>
      </p:sp>
      <p:sp>
        <p:nvSpPr>
          <p:cNvPr id="14" name="Text 12"/>
          <p:cNvSpPr/>
          <p:nvPr/>
        </p:nvSpPr>
        <p:spPr>
          <a:xfrm>
            <a:off x="2497402" y="4023360"/>
            <a:ext cx="1150883" cy="914400"/>
          </a:xfrm>
          <a:prstGeom prst="rect">
            <a:avLst/>
          </a:prstGeom>
          <a:solidFill>
            <a:srgbClr val="5B9BD5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3. Zipline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(Requests from Central)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443583" y="4291019"/>
            <a:ext cx="313877" cy="365760"/>
          </a:xfrm>
          <a:prstGeom prst="leftArrow">
            <a:avLst/>
          </a:prstGeom>
          <a:solidFill>
            <a:srgbClr val="A5A5A5"/>
          </a:solidFill>
          <a:ln/>
        </p:spPr>
      </p:sp>
      <p:sp>
        <p:nvSpPr>
          <p:cNvPr id="16" name="Text 14"/>
          <p:cNvSpPr/>
          <p:nvPr/>
        </p:nvSpPr>
        <p:spPr>
          <a:xfrm>
            <a:off x="5223545" y="4016699"/>
            <a:ext cx="1150883" cy="914400"/>
          </a:xfrm>
          <a:prstGeom prst="rect">
            <a:avLst/>
          </a:prstGeom>
          <a:solidFill>
            <a:srgbClr val="5B9BD5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2. Sector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(Requests from Zipline)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908162" y="4291019"/>
            <a:ext cx="313877" cy="365760"/>
          </a:xfrm>
          <a:prstGeom prst="leftArrow">
            <a:avLst/>
          </a:prstGeom>
          <a:solidFill>
            <a:srgbClr val="A5A5A5"/>
          </a:solidFill>
          <a:ln/>
        </p:spPr>
      </p:sp>
      <p:sp>
        <p:nvSpPr>
          <p:cNvPr id="18" name="Text 16"/>
          <p:cNvSpPr/>
          <p:nvPr/>
        </p:nvSpPr>
        <p:spPr>
          <a:xfrm>
            <a:off x="7565010" y="4016699"/>
            <a:ext cx="1150883" cy="914400"/>
          </a:xfrm>
          <a:prstGeom prst="rect">
            <a:avLst/>
          </a:prstGeom>
          <a:solidFill>
            <a:srgbClr val="5B9BD5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1. Veterinary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(Requests from Sector)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129</Words>
  <Application>Microsoft Office PowerPoint</Application>
  <PresentationFormat>On-screen Show (16:9)</PresentationFormat>
  <Paragraphs>28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5" baseType="lpstr">
      <vt:lpstr>Arial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ishimwe patience</cp:lastModifiedBy>
  <cp:revision>4</cp:revision>
  <dcterms:created xsi:type="dcterms:W3CDTF">2026-07-03T15:05:23Z</dcterms:created>
  <dcterms:modified xsi:type="dcterms:W3CDTF">2026-07-03T15:23:53Z</dcterms:modified>
</cp:coreProperties>
</file>